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</a:defRPr>
            </a:pPr>
            <a:r>
              <a:t>LegalEase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75569"/>
                </a:solidFill>
              </a:defRPr>
            </a:pPr>
            <a:r>
              <a:t>AI Powered Legal Document Generator</a:t>
            </a:r>
          </a:p>
          <a:p>
            <a:pPr algn="ctr">
              <a:defRPr sz="1800">
                <a:solidFill>
                  <a:srgbClr val="475569"/>
                </a:solidFill>
              </a:defRPr>
            </a:pPr>
            <a:r>
              <a:t>College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LegalEase is an AI-powered application for generating common legal documents.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It uses AI assistance to convert user requirements into structured document drafts.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The system aims to make document creation simpler, faster, and more accessible.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Creating legal documents manually can be time-consuming and difficult for non-experts.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Users may not know the correct format, clauses, or structure.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Traditional document preparation often requires repeated manual editing.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Generate structured legal document drafts from user inputs.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Provide a simple and user-friendly interface.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Use AI to assist with document content generation.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Reduce time spent on repetitive document preparation.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Allow users to review and download generated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Manual drafting using word processors.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Searching and modifying online templates.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Professional assistance may be required for complex documents.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Repeated editing increases time and effort.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Limited automation and personalization.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LegalEase provides an automated AI-assisted document generation workflow.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Users select a document type and enter relevant details.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AI processes the information and generates a structured draft.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The user can review, edit, and export the document.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Hardware: Computer/mobile device, minimum 4 GB RAM recommended.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Frontend: HTML, CSS, JavaScript or a suitable web framework.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Backend: Python/Node.js or equivalent server technology.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AI Service: Google Gemini API.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Database: MySQL, PostgreSQL, Firebase, or equivalent.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Internet connection for cloud AI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User Interface → Backend/API → AI/Gemini Service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Backend ↔ Database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Generated document → Review/Edit → Download/Export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Authentication and validation can be added around the application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User Authentication – registration and secure login.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Document Selection – choose the required document type.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Input Module – collect names, dates, terms, and other details.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AI Generation – create a structured document draft.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Editor &amp; Preview – review and modify generated content.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Export Module – save or download the final document.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AI / Gemini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The application sends structured user requirements to the Gemini API.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A carefully designed prompt specifies the document type, required fields, and output format.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Gemini generates a draft that is returned to the application.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The application displays the result for user review before export.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API keys should be stored securely and never exposed in client-side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Working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1. User logs in and selects a document type.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2. User enters the required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3. Backend validates and prepares the request.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4. Gemini generates the document draft.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5. User reviews and edits the content.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6. Final document is exported or downloaded.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Users: user_id, name, email, password_hash, created_at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Documents: document_id, user_id, document_type, title, content, created_at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Templates: template_id, document_type, template_name, structure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Generation Logs: log_id, document_id, request_time, status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Relationships connect users with their generated documents and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Login / Registration screen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Dashboard with document categories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Document input form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AI generation and loading state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Document preview and editing screen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Download / export 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Faster preparation of routine document drafts.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Simple interface for users.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AI-assisted content generation.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Reusable document workflow.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Can support multiple document types.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Reduces repetitive formatting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AI-generated content may require human review.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Output quality depends on the information provided by the user.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Internet/API availability may affect generation.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The system should not replace qualified legal advice.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Privacy and security must be handled carefully.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Add more legal document categories and templates.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Multilingual document generation.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Digital signatures and secure sharing.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Advanced document version history.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Role-based access for organizations.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Improved legal-content validation and human review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LegalEase demonstrates how AI can assist with routine legal document drafting.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The system combines a user-friendly interface, backend processing, database storage, and Gemini AI.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With appropriate validation and professional review, it can make document preparation more efficient.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Google Gemini API documentation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Google AI for Developers documentation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Python / Node.js documentation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MySQL / PostgreSQL documentation</a:t>
            </a:r>
          </a:p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MDN Web Docs – HTML, CSS and JavaScript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4155"/>
                </a:solidFill>
              </a:defRPr>
            </a:pPr>
            <a:r>
              <a:t>• 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 showMasterSp="0" showMasterPhAnim="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TextBox 1"/>
          <p:cNvSpPr txBox="1"/>
          <p:nvPr/>
        </p:nvSpPr>
        <p:spPr>
          <a:xfrm>
            <off x="1038225" y="971550"/>
            <ext cx="6629400" cy="2457450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noFill/>
          </a:ln>
        </p:spPr>
        <p:txBody>
          <a:bodyPr/>
          <a:lstStyle/>
          <a:p>
            <a:pPr algn="l"/>
            <a:r>
              <a:rPr sz="2100" b="1" u="none" strike="noStrike">
                <a:latin typeface="sans-serif"/>
                <a:solidFill>
                  <a:srgbClr val="000000"/>
                </a:solidFill>
              </a:rPr>
              <a:t>Presentation by: harish.s and team</a:t>
            </a:r>
          </a:p>
          <a:p>
            <a:pPr algn="l"/>
            <a:r>
              <a:rPr sz="2100" b="1" u="none" strike="noStrike">
                <a:latin typeface="sans-serif"/>
                <a:solidFill>
                  <a:srgbClr val="000000"/>
                </a:solidFill>
              </a:rPr>
              <a:t xml:space="preserve">Department:2nd BCA shift 2 </a:t>
            </a:r>
          </a:p>
          <a:p>
            <a:pPr algn="l"/>
            <a:r>
              <a:rPr sz="1200" u="none" strike="noStrike">
                <a:latin typeface="sans-serif"/>
                <a:solidFill>
                  <a:srgbClr val="000000"/>
                </a:solidFill>
              </a:rPr>
              <a:t/>
            </a:r>
          </a:p>
        </p:txBody>
      </p:sp>
      <p:sp>
        <p:nvSpPr>
          <p:cNvPr id="2" name="Shape 2"/>
          <p:cNvSpPr/>
          <p:nvPr/>
        </p:nvSpPr>
        <p:spPr>
          <a:xfrm>
            <off x="-542925" y="419100"/>
            <ext cx="7124700" cy="1781175"/>
          </a:xfrm>
          <a:prstGeom prst="rect">
            <a:avLst/>
          </a:prstGeom>
          <a:solidFill>
            <a:srgbClr val="33B5E5">
              <a:alpha val="40000"/>
            </a:srgbClr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